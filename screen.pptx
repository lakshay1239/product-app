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>
        <p:scale>
          <a:sx n="58" d="100"/>
          <a:sy n="58" d="100"/>
        </p:scale>
        <p:origin x="988" y="6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7E6AE7-B16B-BA11-9A2C-BFD252DBE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14" y="245710"/>
            <a:ext cx="10798629" cy="63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922256"/>
              </p:ext>
            </p:extLst>
          </p:nvPr>
        </p:nvGraphicFramePr>
        <p:xfrm>
          <a:off x="6869113" y="1143000"/>
          <a:ext cx="4190999" cy="4614818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r>
                        <a:rPr lang="en-US" sz="2400" b="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endParaRPr lang="en-US" sz="24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ENGAG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VISUAL AIDS</a:t>
                      </a: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FINAL TIPS &amp; TAKEAWAYS</a:t>
                      </a: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5D62288-06DA-9C34-3289-9233A3B81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77758"/>
            <a:ext cx="11615057" cy="630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8" name="Picture Placeholder 21" descr="Person in black skirt and white shirt holding some dandelions">
            <a:extLst>
              <a:ext uri="{FF2B5EF4-FFF2-40B4-BE49-F238E27FC236}">
                <a16:creationId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" b="18"/>
          <a:stretch/>
        </p:blipFill>
        <p:spPr>
          <a:xfrm>
            <a:off x="7401941" y="0"/>
            <a:ext cx="4790059" cy="658706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86454F-B6E7-8875-408E-90F803AD3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30" y="298364"/>
            <a:ext cx="10711542" cy="626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/>
          <a:p>
            <a:endParaRPr lang="en-US" dirty="0"/>
          </a:p>
        </p:txBody>
      </p:sp>
      <p:pic>
        <p:nvPicPr>
          <p:cNvPr id="4" name="Picture Placeholder 3" descr="A person holding a plant">
            <a:extLst>
              <a:ext uri="{FF2B5EF4-FFF2-40B4-BE49-F238E27FC236}">
                <a16:creationId xmlns:a16="http://schemas.microsoft.com/office/drawing/2014/main" id="{0DEBEDD0-2C97-CD36-23CF-99F0828068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24497" r="24497"/>
          <a:stretch/>
        </p:blipFill>
        <p:spPr>
          <a:xfrm>
            <a:off x="-1" y="261780"/>
            <a:ext cx="5046134" cy="6596220"/>
          </a:xfrm>
          <a:solidFill>
            <a:schemeClr val="tx1"/>
          </a:solidFill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827204" y="4681728"/>
            <a:ext cx="5449824" cy="1280160"/>
          </a:xfrm>
        </p:spPr>
        <p:txBody>
          <a:bodyPr/>
          <a:lstStyle/>
          <a:p>
            <a:r>
              <a:rPr lang="en-US" dirty="0"/>
              <a:t>CONFIDEGIES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918A7-EE88-3D30-E61F-4DC0C24C4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783" y="195420"/>
            <a:ext cx="383443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C855A-4B6F-C9A1-17EA-996646314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791" y="163286"/>
            <a:ext cx="7174418" cy="646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43D8CA-DAE5-0033-E74E-3A1F7235F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1" y="284781"/>
            <a:ext cx="10795582" cy="628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effective delivery techniques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memorable: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D955BB-121D-C012-F84E-6C91C6B38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45" y="424543"/>
            <a:ext cx="10567310" cy="621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798761A-B671-4825-623F-F4726F2BDF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8648EC-BFC9-A171-3B7B-598C81D88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59" y="413656"/>
            <a:ext cx="10484681" cy="599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230e9df3-be65-4c73-a93b-d1236ebd677e"/>
    <ds:schemaRef ds:uri="http://schemas.microsoft.com/office/2006/documentManagement/types"/>
    <ds:schemaRef ds:uri="16c05727-aa75-4e4a-9b5f-8a80a1165891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71af3243-3dd4-4a8d-8c0d-dd76da1f02a5"/>
    <ds:schemaRef ds:uri="http://purl.org/dc/elements/1.1/"/>
    <ds:schemaRef ds:uri="http://schemas.openxmlformats.org/package/2006/metadata/core-properties"/>
    <ds:schemaRef ds:uri="http://schemas.microsoft.com/sharepoint/v3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{78954594-469F-45E4-AACB-867618DFE2DA}TF1ed9553b-00c4-4092-846a-c8f7f2908f3beecd942f_win32-8e33096c3cfc</Template>
  <TotalTime>24</TotalTime>
  <Words>90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Gill Sans Nova Light</vt:lpstr>
      <vt:lpstr>Sagona Book</vt:lpstr>
      <vt:lpstr>Custom</vt:lpstr>
      <vt:lpstr>PowerPoint Presentation</vt:lpstr>
      <vt:lpstr>agenda</vt:lpstr>
      <vt:lpstr>the power of communication</vt:lpstr>
      <vt:lpstr>PowerPoint Presentation</vt:lpstr>
      <vt:lpstr>PowerPoint Presentation</vt:lpstr>
      <vt:lpstr>PowerPoint Presentation</vt:lpstr>
      <vt:lpstr>effective delivery techniques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LAKSHAY HURRIA</dc:creator>
  <cp:lastModifiedBy>LAKSHAY HURRIA</cp:lastModifiedBy>
  <cp:revision>1</cp:revision>
  <dcterms:created xsi:type="dcterms:W3CDTF">2026-04-01T15:02:41Z</dcterms:created>
  <dcterms:modified xsi:type="dcterms:W3CDTF">2026-04-01T15:26:58Z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